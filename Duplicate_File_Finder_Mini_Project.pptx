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49ACFE-9AB7-4C7A-BBF4-0F4FCB404173}" v="1" dt="2026-10-08T06:12:36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Gupta" userId="a1be6de9ec726e89" providerId="LiveId" clId="{FBAB047E-8615-4CDA-8065-86AC2F131694}"/>
    <pc:docChg chg="undo custSel modSld">
      <pc:chgData name="Abhinav Gupta" userId="a1be6de9ec726e89" providerId="LiveId" clId="{FBAB047E-8615-4CDA-8065-86AC2F131694}" dt="2026-10-08T06:55:56.179" v="25" actId="403"/>
      <pc:docMkLst>
        <pc:docMk/>
      </pc:docMkLst>
      <pc:sldChg chg="addSp delSp modSp mod">
        <pc:chgData name="Abhinav Gupta" userId="a1be6de9ec726e89" providerId="LiveId" clId="{FBAB047E-8615-4CDA-8065-86AC2F131694}" dt="2026-10-08T06:55:56.179" v="25" actId="403"/>
        <pc:sldMkLst>
          <pc:docMk/>
          <pc:sldMk cId="0" sldId="256"/>
        </pc:sldMkLst>
        <pc:spChg chg="add del mod">
          <ac:chgData name="Abhinav Gupta" userId="a1be6de9ec726e89" providerId="LiveId" clId="{FBAB047E-8615-4CDA-8065-86AC2F131694}" dt="2026-10-08T06:54:21.306" v="2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bhinav Gupta" userId="a1be6de9ec726e89" providerId="LiveId" clId="{FBAB047E-8615-4CDA-8065-86AC2F131694}" dt="2026-10-08T06:12:30.985" v="10" actId="403"/>
          <ac:spMkLst>
            <pc:docMk/>
            <pc:sldMk cId="0" sldId="256"/>
            <ac:spMk id="6" creationId="{00000000-0000-0000-0000-000000000000}"/>
          </ac:spMkLst>
        </pc:spChg>
        <pc:spChg chg="mod">
          <ac:chgData name="Abhinav Gupta" userId="a1be6de9ec726e89" providerId="LiveId" clId="{FBAB047E-8615-4CDA-8065-86AC2F131694}" dt="2026-10-08T06:53:21.870" v="17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Abhinav Gupta" userId="a1be6de9ec726e89" providerId="LiveId" clId="{FBAB047E-8615-4CDA-8065-86AC2F131694}" dt="2026-10-08T06:55:56.179" v="25" actId="403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Abhinav Gupta" userId="a1be6de9ec726e89" providerId="LiveId" clId="{FBAB047E-8615-4CDA-8065-86AC2F131694}" dt="2026-10-08T06:54:49.921" v="24" actId="1038"/>
        <pc:sldMkLst>
          <pc:docMk/>
          <pc:sldMk cId="0" sldId="257"/>
        </pc:sldMkLst>
        <pc:spChg chg="mod">
          <ac:chgData name="Abhinav Gupta" userId="a1be6de9ec726e89" providerId="LiveId" clId="{FBAB047E-8615-4CDA-8065-86AC2F131694}" dt="2026-10-08T06:54:49.921" v="24" actId="1038"/>
          <ac:spMkLst>
            <pc:docMk/>
            <pc:sldMk cId="0" sldId="257"/>
            <ac:spMk id="2" creationId="{00000000-0000-0000-0000-000000000000}"/>
          </ac:spMkLst>
        </pc:spChg>
      </pc:sldChg>
      <pc:sldChg chg="modSp mod">
        <pc:chgData name="Abhinav Gupta" userId="a1be6de9ec726e89" providerId="LiveId" clId="{FBAB047E-8615-4CDA-8065-86AC2F131694}" dt="2026-10-08T06:16:35.992" v="14" actId="20577"/>
        <pc:sldMkLst>
          <pc:docMk/>
          <pc:sldMk cId="0" sldId="258"/>
        </pc:sldMkLst>
        <pc:spChg chg="mod">
          <ac:chgData name="Abhinav Gupta" userId="a1be6de9ec726e89" providerId="LiveId" clId="{FBAB047E-8615-4CDA-8065-86AC2F131694}" dt="2026-10-08T06:16:35.992" v="14" actId="20577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Abhinav Gupta" userId="a1be6de9ec726e89" providerId="LiveId" clId="{FBAB047E-8615-4CDA-8065-86AC2F131694}" dt="2026-10-08T06:13:15.603" v="11" actId="20577"/>
        <pc:sldMkLst>
          <pc:docMk/>
          <pc:sldMk cId="0" sldId="273"/>
        </pc:sldMkLst>
        <pc:spChg chg="mod">
          <ac:chgData name="Abhinav Gupta" userId="a1be6de9ec726e89" providerId="LiveId" clId="{FBAB047E-8615-4CDA-8065-86AC2F131694}" dt="2026-10-08T05:54:40.220" v="0" actId="20577"/>
          <ac:spMkLst>
            <pc:docMk/>
            <pc:sldMk cId="0" sldId="273"/>
            <ac:spMk id="11" creationId="{00000000-0000-0000-0000-000000000000}"/>
          </ac:spMkLst>
        </pc:spChg>
        <pc:spChg chg="mod">
          <ac:chgData name="Abhinav Gupta" userId="a1be6de9ec726e89" providerId="LiveId" clId="{FBAB047E-8615-4CDA-8065-86AC2F131694}" dt="2026-10-08T06:13:15.603" v="11" actId="20577"/>
          <ac:spMkLst>
            <pc:docMk/>
            <pc:sldMk cId="0" sldId="273"/>
            <ac:spMk id="1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901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Duplicate File Finder  ·  DSA Lab Mini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LO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7744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DATA STRUCTURES &amp; ALGORITHMS LAB  ·  MINI PROJECT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234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Duplicate File Finder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accent6"/>
                </a:solidFill>
              </a:rPr>
              <a:t>A Python tool that finds identical files using size grouping, hashing and hash maps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Being Presented by:-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8620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Abhinav Gupta</a:t>
            </a:r>
            <a:r>
              <a:rPr lang="en-US" sz="1600" dirty="0">
                <a:solidFill>
                  <a:schemeClr val="accent6"/>
                </a:solidFill>
              </a:rPr>
              <a:t>   SAP :- 70022500060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bg1"/>
                </a:solidFill>
              </a:rPr>
              <a:t>Anmol Mathur</a:t>
            </a:r>
            <a:r>
              <a:rPr lang="en-US" sz="1600" dirty="0">
                <a:solidFill>
                  <a:schemeClr val="accent6"/>
                </a:solidFill>
              </a:rPr>
              <a:t>   SAP :- 70022500527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23825"/>
            <a:ext cx="22566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B.Tech – C.E., Section – A1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120640" y="3520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Presented To :-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3886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Dr. Hemant Gianey</a:t>
            </a:r>
            <a:endParaRPr lang="en-US" sz="1600" dirty="0"/>
          </a:p>
        </p:txBody>
      </p:sp>
      <p:sp>
        <p:nvSpPr>
          <p:cNvPr id="10" name="Funnel"/>
          <p:cNvSpPr/>
          <p:nvPr/>
        </p:nvSpPr>
        <p:spPr>
          <a:xfrm>
            <a:off x="7955280" y="1371600"/>
            <a:ext cx="3840480" cy="640080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955280" y="1371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bg1"/>
                </a:solidFill>
              </a:rPr>
              <a:t>SIZE</a:t>
            </a:r>
            <a:endParaRPr lang="en-US" sz="1400" dirty="0"/>
          </a:p>
        </p:txBody>
      </p:sp>
      <p:sp>
        <p:nvSpPr>
          <p:cNvPr id="12" name="Funnel"/>
          <p:cNvSpPr/>
          <p:nvPr/>
        </p:nvSpPr>
        <p:spPr>
          <a:xfrm>
            <a:off x="8321040" y="224028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32104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bg1"/>
                </a:solidFill>
              </a:rPr>
              <a:t>1 KB HASH</a:t>
            </a:r>
            <a:endParaRPr lang="en-US" sz="1400" dirty="0"/>
          </a:p>
        </p:txBody>
      </p:sp>
      <p:sp>
        <p:nvSpPr>
          <p:cNvPr id="14" name="Funnel"/>
          <p:cNvSpPr/>
          <p:nvPr/>
        </p:nvSpPr>
        <p:spPr>
          <a:xfrm>
            <a:off x="8686800" y="3108960"/>
            <a:ext cx="23774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868680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tx1"/>
                </a:solidFill>
              </a:rPr>
              <a:t>FULL HASH</a:t>
            </a:r>
            <a:endParaRPr lang="en-US" sz="1400" dirty="0"/>
          </a:p>
        </p:txBody>
      </p:sp>
      <p:sp>
        <p:nvSpPr>
          <p:cNvPr id="16" name="Funnel"/>
          <p:cNvSpPr/>
          <p:nvPr/>
        </p:nvSpPr>
        <p:spPr>
          <a:xfrm>
            <a:off x="9052560" y="3977640"/>
            <a:ext cx="164592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905256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tx1"/>
                </a:solidFill>
              </a:rPr>
              <a:t>DUPLICATES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74518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OVERVIEW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We'll Cover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40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Number"/>
          <p:cNvSpPr/>
          <p:nvPr/>
        </p:nvSpPr>
        <p:spPr>
          <a:xfrm>
            <a:off x="822960" y="1993392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Problem Statement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Why duplicate files are a problem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172200" y="1600200"/>
            <a:ext cx="5440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ber"/>
          <p:cNvSpPr/>
          <p:nvPr/>
        </p:nvSpPr>
        <p:spPr>
          <a:xfrm>
            <a:off x="6446520" y="1993392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446520" y="1993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Idea &amp; Data Structures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240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Why hashing, and what we store data in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063240"/>
            <a:ext cx="5440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Number"/>
          <p:cNvSpPr/>
          <p:nvPr/>
        </p:nvSpPr>
        <p:spPr>
          <a:xfrm>
            <a:off x="822960" y="3456432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The Algorithm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703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Scanning, fingerprinting, safe deleting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6172200" y="3063240"/>
            <a:ext cx="5440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umber"/>
          <p:cNvSpPr/>
          <p:nvPr/>
        </p:nvSpPr>
        <p:spPr>
          <a:xfrm>
            <a:off x="6446520" y="3456432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446520" y="34564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2918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Worked Example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7033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Seven small files, done by hand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4526280"/>
            <a:ext cx="5440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Number"/>
          <p:cNvSpPr/>
          <p:nvPr/>
        </p:nvSpPr>
        <p:spPr>
          <a:xfrm>
            <a:off x="822960" y="4919472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822960" y="4919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754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Our Code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5166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Python functions behind it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6172200" y="4526280"/>
            <a:ext cx="544068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Number"/>
          <p:cNvSpPr/>
          <p:nvPr/>
        </p:nvSpPr>
        <p:spPr>
          <a:xfrm>
            <a:off x="6446520" y="4919472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446520" y="4919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754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Analysis, Demo &amp; Conclusion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5166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Complexity, a real run, what's next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01 · PROBLEM &amp; MOTIVATION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 Statement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Over time, folders fill up with copies: the same PDF downloaded three times, photos backed up into two places, a report saved as "final" and "final_2". Each copy quietly eats storage.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Finding them by hand means opening folders and comparing files one by one. And file names can't be trusted: a copy is often renamed, and two different files can share a name.</a:t>
            </a:r>
            <a:endParaRPr lang="en-US" sz="1600" dirty="0"/>
          </a:p>
        </p:txBody>
      </p:sp>
      <p:sp>
        <p:nvSpPr>
          <p:cNvPr id="5" name="Goal"/>
          <p:cNvSpPr/>
          <p:nvPr/>
        </p:nvSpPr>
        <p:spPr>
          <a:xfrm>
            <a:off x="548640" y="4023360"/>
            <a:ext cx="6583680" cy="182880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GOAL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Build a tool that scans one or more folders, finds files with exactly the same content, and lets the user safely delete the extra copies, while reading as little data as possible.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WHERE DUPLICATES COME FROM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7680960" y="196596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7909560" y="2103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Repeated downloads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4414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same file saved again from an email or browser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7680960" y="315468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909560" y="3291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Backups &amp; syncing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909560" y="363016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Photos and documents copied into several folders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7680960" y="4343400"/>
            <a:ext cx="393192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7909560" y="44805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Versions &amp; copies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48188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Project folders duplicated "just in case"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55321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Comparing content, not names, is the only reliable way.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02 · THE IDEA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Why Hashing?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The obvious method is to compare every file with every other file. That is slow, and it needs a rule for what "the same" means. We chose to compare content through a short fingerprint called a hash.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274320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Icon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Names can't be trusted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97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Identical files often have different names, and different files can share one. We compare content, never names.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4297680" y="274320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Icon"/>
          <p:cNvSpPr/>
          <p:nvPr/>
        </p:nvSpPr>
        <p:spPr>
          <a:xfrm>
            <a:off x="4572000" y="3017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57200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H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hash is a fingerprint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4297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hash function turns a whole file into a short fixed-size value. Same content gives the same hash, so equal files land in the same dict bucket.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046720" y="2743200"/>
            <a:ext cx="3566160" cy="301752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Icon"/>
          <p:cNvSpPr/>
          <p:nvPr/>
        </p:nvSpPr>
        <p:spPr>
          <a:xfrm>
            <a:off x="8321040" y="30175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32104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F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Filter before you read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4297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Reading every file in full is slow. We rule out most files cheaply, by size and then by a 1 KB hash, and fully hash only the few left.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02 · THE IDEA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Data Structures Used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Number"/>
          <p:cNvSpPr/>
          <p:nvPr/>
        </p:nvSpPr>
        <p:spPr>
          <a:xfrm>
            <a:off x="822960" y="1856232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2296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664208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Tree — Folder Structure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01168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os.walk() traverses the directory tree top-down, visiting every folder and sub-folder to list its files.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2724912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Number"/>
          <p:cNvSpPr/>
          <p:nvPr/>
        </p:nvSpPr>
        <p:spPr>
          <a:xfrm>
            <a:off x="822960" y="3026664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82296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283464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List — File Paths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182112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all_files and every bucket are lists of paths. Appending is O(1) and the order is kept for printing.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3895344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Number"/>
          <p:cNvSpPr/>
          <p:nvPr/>
        </p:nvSpPr>
        <p:spPr>
          <a:xfrm>
            <a:off x="822960" y="4197096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22960" y="4197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005072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Hash Map (dict) — Groups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352544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Three dicts: size → paths, (size, partial hash) → paths, full hash → paths. Average O(1) insert and lookup, so no nested loops.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5065776"/>
            <a:ext cx="110642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Number"/>
          <p:cNvSpPr/>
          <p:nvPr/>
        </p:nvSpPr>
        <p:spPr>
          <a:xfrm>
            <a:off x="822960" y="5367528"/>
            <a:ext cx="411480" cy="41148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22960" y="5367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175504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Tuple — Composite Key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52297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(size, partial_hash) is immutable and hashable, so it works as a dict key: files group together only if both parts match.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03 · THE ALGORITHM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 1 — Scan &amp; Group by Size</a:t>
            </a:r>
            <a:endParaRPr lang="en-US" sz="3200" dirty="0"/>
          </a:p>
        </p:txBody>
      </p:sp>
      <p:sp>
        <p:nvSpPr>
          <p:cNvPr id="4" name="Number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8191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Walk every folder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7452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os.walk visits each folder and sub-folder (a tree traversal). Collect the path of every regular file.</a:t>
            </a:r>
            <a:endParaRPr lang="en-US" sz="1400" dirty="0"/>
          </a:p>
        </p:txBody>
      </p:sp>
      <p:sp>
        <p:nvSpPr>
          <p:cNvPr id="8" name="Number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877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 each file's size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803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os.path.getsize looks at metadata only; no file content is opened yet.</a:t>
            </a:r>
            <a:endParaRPr lang="en-US" sz="1400" dirty="0"/>
          </a:p>
        </p:txBody>
      </p:sp>
      <p:sp>
        <p:nvSpPr>
          <p:cNvPr id="12" name="Number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9359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Bucket paths by size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88620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dict maps size → list of paths, so equal-sized files end up together.</a:t>
            </a:r>
            <a:endParaRPr lang="en-US" sz="1400" dirty="0"/>
          </a:p>
        </p:txBody>
      </p:sp>
      <p:sp>
        <p:nvSpPr>
          <p:cNvPr id="16" name="Number"/>
          <p:cNvSpPr/>
          <p:nvPr/>
        </p:nvSpPr>
        <p:spPr>
          <a:xfrm>
            <a:off x="548640" y="4636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59943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Drop buckets of one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89204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file with a unique size cannot have a twin, so it is ruled out at no cost.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5669280"/>
            <a:ext cx="58521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3152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Unreadable files (OSError) are skipped, not fatal.</a:t>
            </a:r>
            <a:endParaRPr lang="en-US" sz="1400" dirty="0"/>
          </a:p>
        </p:txBody>
      </p:sp>
      <p:sp>
        <p:nvSpPr>
          <p:cNvPr id="22" name="Code panel"/>
          <p:cNvSpPr/>
          <p:nvPr/>
        </p:nvSpPr>
        <p:spPr>
          <a:xfrm>
            <a:off x="6675120" y="1554480"/>
            <a:ext cx="4937760" cy="4526280"/>
          </a:xfrm>
          <a:prstGeom prst="roundRect">
            <a:avLst>
              <a:gd name="adj" fmla="val 202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76288" y="173736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077456" y="173736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278624" y="173736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58952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27" name="Code"/>
          <p:cNvSpPr txBox="1"/>
          <p:nvPr/>
        </p:nvSpPr>
        <p:spPr>
          <a:xfrm>
            <a:off x="6903720" y="2057400"/>
            <a:ext cx="4480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= []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root folder: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file under root: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files.add(full_path)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buckets = {}   # size -&gt; [paths]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path in files: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 = file_size(path)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buckets[size].add(path)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only buckets with 2+ paths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03 · THE ALGORITHM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 2 — Fingerprint with Hashes</a:t>
            </a:r>
            <a:endParaRPr lang="en-US" sz="3200" dirty="0"/>
          </a:p>
        </p:txBody>
      </p:sp>
      <p:sp>
        <p:nvSpPr>
          <p:cNvPr id="4" name="Number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8191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Partial hash first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7452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For each surviving file, hash only the first 1,024 bytes.</a:t>
            </a:r>
            <a:endParaRPr lang="en-US" sz="1400" dirty="0"/>
          </a:p>
        </p:txBody>
      </p:sp>
      <p:sp>
        <p:nvSpPr>
          <p:cNvPr id="8" name="Number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877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Group by (size, partial hash)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803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Tuple key in a dict. Files whose first KB differs are dropped.</a:t>
            </a:r>
            <a:endParaRPr lang="en-US" sz="1400" dirty="0"/>
          </a:p>
        </p:txBody>
      </p:sp>
      <p:sp>
        <p:nvSpPr>
          <p:cNvPr id="12" name="Number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9359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Full hash the survivors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88620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Stream the whole file through MD5 in 64 KB chunks, so memory stays small.</a:t>
            </a:r>
            <a:endParaRPr lang="en-US" sz="1400" dirty="0"/>
          </a:p>
        </p:txBody>
      </p:sp>
      <p:sp>
        <p:nvSpPr>
          <p:cNvPr id="16" name="Number"/>
          <p:cNvSpPr/>
          <p:nvPr/>
        </p:nvSpPr>
        <p:spPr>
          <a:xfrm>
            <a:off x="548640" y="4636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59943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Group by full hash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89204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Same hash means same content. Groups of 2+ are the duplicates, paths sorted.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5669280"/>
            <a:ext cx="58521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3152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algo parameter lets you swap MD5 for SHA-256.</a:t>
            </a:r>
            <a:endParaRPr lang="en-US" sz="1400" dirty="0"/>
          </a:p>
        </p:txBody>
      </p:sp>
      <p:sp>
        <p:nvSpPr>
          <p:cNvPr id="22" name="Code panel"/>
          <p:cNvSpPr/>
          <p:nvPr/>
        </p:nvSpPr>
        <p:spPr>
          <a:xfrm>
            <a:off x="6675120" y="1554480"/>
            <a:ext cx="4937760" cy="4526280"/>
          </a:xfrm>
          <a:prstGeom prst="roundRect">
            <a:avLst>
              <a:gd name="adj" fmla="val 202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76288" y="173736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077456" y="173736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278624" y="173736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58952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27" name="Code"/>
          <p:cNvSpPr txBox="1"/>
          <p:nvPr/>
        </p:nvSpPr>
        <p:spPr>
          <a:xfrm>
            <a:off x="6903720" y="2057400"/>
            <a:ext cx="4480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(size, paths) in size_buckets: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path in paths: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h = md5(first 1024 bytes)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groups[(size, h)].add(path)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groups with 2+ paths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path in surviving paths: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md5(whole file, 64 KB at a time)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final[h].add(path)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duplicates = groups in final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with 2+ paths (sorted)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03 · THE ALGORITHM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Algorithm 3 — Deleting Safely</a:t>
            </a:r>
            <a:endParaRPr lang="en-US" sz="3200" dirty="0"/>
          </a:p>
        </p:txBody>
      </p:sp>
      <p:sp>
        <p:nvSpPr>
          <p:cNvPr id="4" name="Number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8191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Show the groups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87452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Every file gets a number. The first path in each group is marked "kept by default". Total reclaimable space is shown.</a:t>
            </a:r>
            <a:endParaRPr lang="en-US" sz="1400" dirty="0"/>
          </a:p>
        </p:txBody>
      </p:sp>
      <p:sp>
        <p:nvSpPr>
          <p:cNvPr id="8" name="Number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58775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Pick a mode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803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1: delete all but the kept copy.  2: choose file numbers.  3: exit without changes.</a:t>
            </a:r>
            <a:endParaRPr lang="en-US" sz="1400" dirty="0"/>
          </a:p>
        </p:txBody>
      </p:sp>
      <p:sp>
        <p:nvSpPr>
          <p:cNvPr id="12" name="Number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59359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Check the choice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88620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Invalid numbers are ignored. A warning appears if every copy of a file is selected.</a:t>
            </a:r>
            <a:endParaRPr lang="en-US" sz="1400" dirty="0"/>
          </a:p>
        </p:txBody>
      </p:sp>
      <p:sp>
        <p:nvSpPr>
          <p:cNvPr id="16" name="Number"/>
          <p:cNvSpPr/>
          <p:nvPr/>
        </p:nvSpPr>
        <p:spPr>
          <a:xfrm>
            <a:off x="548640" y="4636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599432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Confirm, then delete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89204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Nothing is removed unless the user types "yes". Freed space is reported.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5669280"/>
            <a:ext cx="58521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3152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Default mode of delete_duplicates() is a dry run.</a:t>
            </a:r>
            <a:endParaRPr lang="en-US" sz="1400" dirty="0"/>
          </a:p>
        </p:txBody>
      </p:sp>
      <p:sp>
        <p:nvSpPr>
          <p:cNvPr id="22" name="Code panel"/>
          <p:cNvSpPr/>
          <p:nvPr/>
        </p:nvSpPr>
        <p:spPr>
          <a:xfrm>
            <a:off x="6675120" y="1554480"/>
            <a:ext cx="4937760" cy="4526280"/>
          </a:xfrm>
          <a:prstGeom prst="roundRect">
            <a:avLst>
              <a:gd name="adj" fmla="val 202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876288" y="173736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077456" y="173736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278624" y="173736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7589520" y="16642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pseudocode</a:t>
            </a:r>
            <a:endParaRPr lang="en-US" sz="1000" dirty="0"/>
          </a:p>
        </p:txBody>
      </p:sp>
      <p:sp>
        <p:nvSpPr>
          <p:cNvPr id="27" name="Code"/>
          <p:cNvSpPr txBox="1"/>
          <p:nvPr/>
        </p:nvSpPr>
        <p:spPr>
          <a:xfrm>
            <a:off x="6903720" y="2057400"/>
            <a:ext cx="44805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groups, number every file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 = ask(1, 2 or 3)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choice == 1: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confirm == "yes":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each group: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keep paths[0]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delete the rest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choice == 2: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read numbers, ignore invalid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warn if a whole group chosen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confirm == "yes": delete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choice == 3: exit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04 · WORKED EXAMPLE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Seven Files, Three Filters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80390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File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 1: size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 2: first 1 KB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 3: full hash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Documents/notes.txt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1,200 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Candidate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Candidate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Duplicate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Backup/notes.txt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1,200 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Candidate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Candidate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Duplicate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Documents/draft.txt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1,200 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Candidate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Different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Not reached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Photos/photo.jpg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5,000 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Candidate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Candidate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Duplicate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Backup/photo.jpg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5,000 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Candidate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Candidate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Duplicate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Photos/img2.jpg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5,000 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Candidate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Same first KB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3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Different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Documents/todo.txt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300 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Unique size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alpha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Not reached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Not reached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img2.jpg matches photo.jpg in its first KB but differs later, so only the full hash can rule it 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04 · WORKED EXAMPLE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How the Candidates Shrink</a:t>
            </a:r>
            <a:endParaRPr lang="en-US" sz="3200" dirty="0"/>
          </a:p>
        </p:txBody>
      </p:sp>
      <p:sp>
        <p:nvSpPr>
          <p:cNvPr id="4" name="Funnel stage"/>
          <p:cNvSpPr/>
          <p:nvPr/>
        </p:nvSpPr>
        <p:spPr>
          <a:xfrm>
            <a:off x="548640" y="1600200"/>
            <a:ext cx="5852160" cy="91440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7 files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found by walk_files()</a:t>
            </a:r>
            <a:endParaRPr lang="en-US" sz="2000" dirty="0"/>
          </a:p>
        </p:txBody>
      </p:sp>
      <p:sp>
        <p:nvSpPr>
          <p:cNvPr id="6" name="Funnel stage"/>
          <p:cNvSpPr/>
          <p:nvPr/>
        </p:nvSpPr>
        <p:spPr>
          <a:xfrm>
            <a:off x="960120" y="2697480"/>
            <a:ext cx="5029200" cy="91440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60120" y="2697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6 files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after size grouping  ·  todo.txt dropped</a:t>
            </a:r>
            <a:endParaRPr lang="en-US" sz="2000" dirty="0"/>
          </a:p>
        </p:txBody>
      </p:sp>
      <p:sp>
        <p:nvSpPr>
          <p:cNvPr id="8" name="Funnel stage"/>
          <p:cNvSpPr/>
          <p:nvPr/>
        </p:nvSpPr>
        <p:spPr>
          <a:xfrm>
            <a:off x="1371600" y="379476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1371600" y="3794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 files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after 1 KB hash  ·  draft.txt dropped</a:t>
            </a:r>
            <a:endParaRPr lang="en-US" sz="2000" dirty="0"/>
          </a:p>
        </p:txBody>
      </p:sp>
      <p:sp>
        <p:nvSpPr>
          <p:cNvPr id="10" name="Funnel stage"/>
          <p:cNvSpPr/>
          <p:nvPr/>
        </p:nvSpPr>
        <p:spPr>
          <a:xfrm>
            <a:off x="1783080" y="4892040"/>
            <a:ext cx="3383280" cy="91440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1783080" y="4892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4 files</a:t>
            </a:r>
            <a:endParaRPr lang="en-US" sz="20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after full hash  ·  img2.jpg dropped</a:t>
            </a:r>
            <a:endParaRPr lang="en-US" sz="2000" dirty="0"/>
          </a:p>
        </p:txBody>
      </p:sp>
      <p:sp>
        <p:nvSpPr>
          <p:cNvPr id="12" name="Card"/>
          <p:cNvSpPr/>
          <p:nvPr/>
        </p:nvSpPr>
        <p:spPr>
          <a:xfrm>
            <a:off x="6949440" y="1600200"/>
            <a:ext cx="46634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22376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326880" y="1783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duplicate groups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4048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photo.jpg ×2 and notes.txt ×2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949440" y="3063240"/>
            <a:ext cx="46634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22376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6.05 KB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reclaimable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867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4.88 KB + 1.17 KB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6949440" y="4526280"/>
            <a:ext cx="466344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223760" y="46634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2 of 7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never read in full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53309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todo.txt and draft.txt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05 · OUR CODE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Scanning &amp; Grouping — walk_files, group_by_size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202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214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—  walk_files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77240" y="201168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hashlib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PARTIAL_CHUNK_SIZE =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FULL_READ_CHUNK =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65536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walk_files(root_dirs):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all_files = []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root_dir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root_dirs: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dirpath, dirnames, filenames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os.walk(root_dir):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filename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filenames: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full_path = os.path.join(dirpath, 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filename)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os.path.isfile(full_path):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all_files.append(full_path)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all_files</a:t>
            </a:r>
            <a:endParaRPr lang="en-US" sz="1200" dirty="0"/>
          </a:p>
        </p:txBody>
      </p:sp>
      <p:sp>
        <p:nvSpPr>
          <p:cNvPr id="10" name="Code panel"/>
          <p:cNvSpPr/>
          <p:nvPr/>
        </p:nvSpPr>
        <p:spPr>
          <a:xfrm>
            <a:off x="6217920" y="1508760"/>
            <a:ext cx="5394960" cy="4526280"/>
          </a:xfrm>
          <a:prstGeom prst="roundRect">
            <a:avLst>
              <a:gd name="adj" fmla="val 202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1908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2025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2142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0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—  group_by_size</a:t>
            </a:r>
            <a:endParaRPr lang="en-US" sz="1000" dirty="0"/>
          </a:p>
        </p:txBody>
      </p:sp>
      <p:sp>
        <p:nvSpPr>
          <p:cNvPr id="15" name="Code"/>
          <p:cNvSpPr txBox="1"/>
          <p:nvPr/>
        </p:nvSpPr>
        <p:spPr>
          <a:xfrm>
            <a:off x="6446520" y="201168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group_by_size(file_paths):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size_map = {}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file_paths: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size = os.path.getsize(path)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OSError: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size_map: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size_map[size] = []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size_map[size].append(path)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{}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size, paths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size_map.items():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len(paths) &gt;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result[size] = paths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05 · OUR CODE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Fingerprinting — partial_hash, full_hash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548640" y="1508760"/>
            <a:ext cx="539496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214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—  partial_hash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77240" y="20116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partial_hash(path, chunk_size=PARTIAL_CHUNK_SIZE, 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algo=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"md5"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hasher = hashlib.new(algo)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open(path,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"rb"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hasher.update(f.read(chunk_size))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OSError: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hasher.hexdigest()</a:t>
            </a:r>
            <a:endParaRPr lang="en-US" sz="1200" dirty="0"/>
          </a:p>
        </p:txBody>
      </p:sp>
      <p:sp>
        <p:nvSpPr>
          <p:cNvPr id="10" name="Code panel"/>
          <p:cNvSpPr/>
          <p:nvPr/>
        </p:nvSpPr>
        <p:spPr>
          <a:xfrm>
            <a:off x="6217920" y="1508760"/>
            <a:ext cx="5394960" cy="3200400"/>
          </a:xfrm>
          <a:prstGeom prst="roundRect">
            <a:avLst>
              <a:gd name="adj" fmla="val 2857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1908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2025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2142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0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—  full_hash</a:t>
            </a:r>
            <a:endParaRPr lang="en-US" sz="1000" dirty="0"/>
          </a:p>
        </p:txBody>
      </p:sp>
      <p:sp>
        <p:nvSpPr>
          <p:cNvPr id="15" name="Code"/>
          <p:cNvSpPr txBox="1"/>
          <p:nvPr/>
        </p:nvSpPr>
        <p:spPr>
          <a:xfrm>
            <a:off x="6446520" y="2011680"/>
            <a:ext cx="49377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full_hash(path, algo=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"md5"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hasher = hashlib.new(algo)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open(path,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"rb"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chunk = f.read(FULL_READ_CHUNK)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chunk: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hasher.update(chunk)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OSError: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hasher.hexdigest()</a:t>
            </a:r>
            <a:endParaRPr lang="en-US" sz="1200" dirty="0"/>
          </a:p>
        </p:txBody>
      </p:sp>
      <p:sp>
        <p:nvSpPr>
          <p:cNvPr id="16" name="Card"/>
          <p:cNvSpPr/>
          <p:nvPr/>
        </p:nvSpPr>
        <p:spPr>
          <a:xfrm>
            <a:off x="548640" y="493776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3152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First 1 KB only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537667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read(chunk_size) touches a tiny part of the file.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297680" y="493776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448056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64 KB chunks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537667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loop feeds the hasher piece by piece, so big files never sit in memory.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8046720" y="4937760"/>
            <a:ext cx="356616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822960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None on OSError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0" y="537667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Locked or unreadable files are skipped by the caller.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05 · OUR CODE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Putting It Together — find_duplicates()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202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214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find_duplicates  —  stages 1 and 2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77240" y="201168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find_duplicates(root_dirs, algo=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"md5"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all_files = walk_files(root_dirs)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size_groups = group_by_size(all_files)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partial_groups = {}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size, paths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size_groups.items():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phash = partial_hash(path, algo=algo)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phash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key = (size, phash)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partial_groups: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partial_groups[key] = []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partial_groups[key].append(path)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filtered_partial_groups = {}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key, paths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partial_groups.items():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len(paths) &gt;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filtered_partial_groups[key] = paths</a:t>
            </a:r>
            <a:endParaRPr lang="en-US" sz="1200" dirty="0"/>
          </a:p>
        </p:txBody>
      </p:sp>
      <p:sp>
        <p:nvSpPr>
          <p:cNvPr id="10" name="Code panel"/>
          <p:cNvSpPr/>
          <p:nvPr/>
        </p:nvSpPr>
        <p:spPr>
          <a:xfrm>
            <a:off x="6217920" y="1508760"/>
            <a:ext cx="5394960" cy="4526280"/>
          </a:xfrm>
          <a:prstGeom prst="roundRect">
            <a:avLst>
              <a:gd name="adj" fmla="val 202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1908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2025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2142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0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find_duplicates  —  stage 3</a:t>
            </a:r>
            <a:endParaRPr lang="en-US" sz="1000" dirty="0"/>
          </a:p>
        </p:txBody>
      </p:sp>
      <p:sp>
        <p:nvSpPr>
          <p:cNvPr id="15" name="Code"/>
          <p:cNvSpPr txBox="1"/>
          <p:nvPr/>
        </p:nvSpPr>
        <p:spPr>
          <a:xfrm>
            <a:off x="6446520" y="201168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full_groups = {}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filtered_partial_groups.values():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fhash = full_hash(path, algo=algo)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fhash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fhash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full_groups: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full_groups[fhash] = []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full_groups[fhash].append(path)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{}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fhash, paths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full_groups.items():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len(paths) &gt; </a:t>
            </a:r>
            <a:r>
              <a:rPr lang="en-US" sz="12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result[fhash] = sorted(paths)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2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05 · OUR CODE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Removing Copies — delete_duplicates()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548640" y="1508760"/>
            <a:ext cx="6675120" cy="4572000"/>
          </a:xfrm>
          <a:prstGeom prst="roundRect">
            <a:avLst>
              <a:gd name="adj" fmla="val 200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214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—  delete_duplicates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77240" y="2011680"/>
            <a:ext cx="6217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delete_duplicates(duplicates, dry_run=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deleted_count = 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freed_space = 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duplicates.values():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keeper = paths[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paths[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:]: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dry_run: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print(f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"[DRY RUN] Would delete: {path}  (keeping: {keeper})"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size = os.path.getsize(path)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os.remove(path)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freed_space += size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deleted_count += 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print(f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"Deleted: {path}"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OSError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e: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print(f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"Could not delete {path}: {e}"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dry_run: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"\nThis was a dry run - no files were deleted."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"\nDeleted {deleted_count} files, freed 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5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{format_size(freed_space)}."</a:t>
            </a:r>
            <a:r>
              <a:rPr lang="en-US" sz="105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Card"/>
          <p:cNvSpPr/>
          <p:nvPr/>
        </p:nvSpPr>
        <p:spPr>
          <a:xfrm>
            <a:off x="7498080" y="1508760"/>
            <a:ext cx="41148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266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dry_run=True by default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Only prints what would be deleted and which copy is kept.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7498080" y="3063240"/>
            <a:ext cx="41148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72668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keeper = paths[0]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Paths were sorted in find_duplicates, so the first one is kept.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7498080" y="4617720"/>
            <a:ext cx="411480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726680" y="4754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/ except OSError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5166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 file that cannot be deleted is reported, and the loop carries 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06 · ANALYSIS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How Fast Is It?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949440" cy="3712464"/>
        </p:xfrm>
        <a:graphic>
          <a:graphicData uri="http://schemas.openxmlformats.org/drawingml/2006/table">
            <a:tbl>
              <a:tblPr/>
              <a:tblGrid>
                <a:gridCol w="493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Time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Walk all folders (os.walk)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Group by size (metadata only)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Partial hash (≤ 1 KB per candidate)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O(M)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Full hash (read whole candidate files)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Sort the paths inside each group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O(D log D)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Overall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O(N + B)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N = files found,  M = files sharing a size,  B = bytes in files that survive stage 2,  D = duplicate files.  Space is O(N) for the dicts.</a:t>
            </a:r>
            <a:endParaRPr lang="en-US" sz="1200" dirty="0"/>
          </a:p>
        </p:txBody>
      </p:sp>
      <p:sp>
        <p:nvSpPr>
          <p:cNvPr id="6" name="Callout"/>
          <p:cNvSpPr/>
          <p:nvPr/>
        </p:nvSpPr>
        <p:spPr>
          <a:xfrm>
            <a:off x="7863840" y="1508760"/>
            <a:ext cx="3749040" cy="4526280"/>
          </a:xfrm>
          <a:prstGeom prst="roundRect">
            <a:avLst>
              <a:gd name="adj" fmla="val 243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8138160" y="1737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WHY A DICT WINS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</a:rPr>
              <a:t>≈ 50 million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28803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pair comparisons for 10,000 files if every file is compared with every other (N² / 2).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023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10,000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709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dict look-ups with grouping, at average O(1) each.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06 · LIVE DEMO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Demonstration — Scan &amp; Results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548640" y="1508760"/>
            <a:ext cx="5486400" cy="4480560"/>
          </a:xfrm>
          <a:prstGeom prst="roundRect">
            <a:avLst>
              <a:gd name="adj" fmla="val 2041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214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 —  scan and results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77240" y="20116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 FILE FINDER - Interactive Mode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folder paths one at a time. Press Enter on a blank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 when done.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(or press Enter to finish): demo_run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(or press Enter to finish):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Scanning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location(s)... this may take a moment.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Found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duplicate group(s)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identical files,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KB each: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demo_run/Backup/photo.jpg  &lt;- kept by default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demo_run/Photos/photo.jpg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-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identical files,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KB each: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demo_run/Backup/notes.txt  &lt;- kept by default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[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demo_run/Documents/notes.txt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space you could free: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KB</a:t>
            </a:r>
            <a:endParaRPr lang="en-US" sz="1100" dirty="0"/>
          </a:p>
        </p:txBody>
      </p:sp>
      <p:sp>
        <p:nvSpPr>
          <p:cNvPr id="10" name="Code panel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2041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1908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2025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2142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0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 —  choose an action</a:t>
            </a:r>
            <a:endParaRPr lang="en-US" sz="1000" dirty="0"/>
          </a:p>
        </p:txBody>
      </p:sp>
      <p:sp>
        <p:nvSpPr>
          <p:cNvPr id="15" name="Code"/>
          <p:cNvSpPr txBox="1"/>
          <p:nvPr/>
        </p:nvSpPr>
        <p:spPr>
          <a:xfrm>
            <a:off x="6446520" y="201168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What would you like to do?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Delete ALL duplicates (keeps one copy per group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automatically)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Choose specific files to delete myself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Do nothing, just exit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Real output from running the program on the seven sample files of the worked example (typed inputs included).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06 · LIVE DEMO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Demonstration — Choose &amp; Delete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548640" y="1508760"/>
            <a:ext cx="5486400" cy="4480560"/>
          </a:xfrm>
          <a:prstGeom prst="roundRect">
            <a:avLst>
              <a:gd name="adj" fmla="val 2041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214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 —  manual selection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77240" y="20116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the numbers of the files you want to DELETE, separated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 commas.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Numbers to delete: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 that will be deleted: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demo_run/Photos/photo.jpg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demo_run/Documents/notes.txt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'yes'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 permanently delete these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file(s): yes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Deleted: demo_run/Photos/photo.jpg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Deleted: demo_run/Documents/notes.txt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Freed 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KB.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Done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==================================================</a:t>
            </a:r>
            <a:endParaRPr lang="en-US" sz="1100" dirty="0"/>
          </a:p>
        </p:txBody>
      </p:sp>
      <p:sp>
        <p:nvSpPr>
          <p:cNvPr id="10" name="Code panel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2041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1908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2025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2142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0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folders  —  before and after</a:t>
            </a:r>
            <a:endParaRPr lang="en-US" sz="1000" dirty="0"/>
          </a:p>
        </p:txBody>
      </p:sp>
      <p:sp>
        <p:nvSpPr>
          <p:cNvPr id="15" name="Code"/>
          <p:cNvSpPr txBox="1"/>
          <p:nvPr/>
        </p:nvSpPr>
        <p:spPr>
          <a:xfrm>
            <a:off x="6446520" y="2011680"/>
            <a:ext cx="49377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demo_run/Backup:     notes.txt  photo.jpg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demo_run/Documents:  draft.txt  notes.txt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todo.txt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demo_run/Photos:     img2.jpg   photo.jpg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 (deleted choices 2 and 4)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demo_run/Backup:     notes.txt  photo.jpg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demo_run/Documents:  draft.txt  todo.txt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demo_run/Photos:     img2.jpg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copy of each file is kept.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img2.jpg stays: it differs from photo.jpg.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tx2"/>
                </a:solidFill>
              </a:rPr>
              <a:t>Real output from running the program on the seven sample files of the worked example (typed inputs included).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06 · CONCLUSION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Strengths, Limitations &amp; What We'd Improve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3566160" cy="40233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Column header"/>
          <p:cNvSpPr/>
          <p:nvPr/>
        </p:nvSpPr>
        <p:spPr>
          <a:xfrm>
            <a:off x="548640" y="150876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548640" y="1508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Strengths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Reads as little as possible: size, then 1 KB, then full file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Compares content, so renamed copies are found, for any file type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Safe: dry run, "yes" confirmation, warning if all copies go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Unreadable files are skipped, not fatal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508760"/>
            <a:ext cx="3566160" cy="40233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Column header"/>
          <p:cNvSpPr/>
          <p:nvPr/>
        </p:nvSpPr>
        <p:spPr>
          <a:xfrm>
            <a:off x="4297680" y="150876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4297680" y="1508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28600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Kept copy is just the first path alphabetically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Hard links and symlinks count as real copies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MD5 is not collision-proof, and the tool is command-line only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046720" y="1508760"/>
            <a:ext cx="3566160" cy="4023360"/>
          </a:xfrm>
          <a:prstGeom prst="roundRect">
            <a:avLst>
              <a:gd name="adj" fmla="val 2051"/>
            </a:avLst>
          </a:prstGeom>
          <a:solidFill>
            <a:schemeClr val="bg2"/>
          </a:solidFill>
          <a:ln w="6350">
            <a:solidFill>
              <a:schemeClr val="accent6">
                <a:alpha val="60000"/>
              </a:scheme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Column header"/>
          <p:cNvSpPr/>
          <p:nvPr/>
        </p:nvSpPr>
        <p:spPr>
          <a:xfrm>
            <a:off x="8046720" y="1508760"/>
            <a:ext cx="3566160" cy="548640"/>
          </a:xfrm>
          <a:prstGeom prst="roundRect">
            <a:avLst>
              <a:gd name="adj" fmla="val 13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046720" y="15087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What We'd Improve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286000"/>
            <a:ext cx="3154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Move to Recycle Bin instead of deleting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Let the user pick which copy to keep (newest, shortest path)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Skip links, filter by size or type, show progress, add a GUI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77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3375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accent1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Duplicate File Finder  ·  DSA Lab Mini Project</a:t>
            </a:r>
            <a:endParaRPr lang="en-US" sz="1400" dirty="0"/>
          </a:p>
        </p:txBody>
      </p:sp>
      <p:sp>
        <p:nvSpPr>
          <p:cNvPr id="5" name="Funnel"/>
          <p:cNvSpPr/>
          <p:nvPr/>
        </p:nvSpPr>
        <p:spPr>
          <a:xfrm>
            <a:off x="7955280" y="1371600"/>
            <a:ext cx="3840480" cy="640080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955280" y="13716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bg1"/>
                </a:solidFill>
              </a:rPr>
              <a:t>SIZE</a:t>
            </a:r>
            <a:endParaRPr lang="en-US" sz="1400" dirty="0"/>
          </a:p>
        </p:txBody>
      </p:sp>
      <p:sp>
        <p:nvSpPr>
          <p:cNvPr id="7" name="Funnel"/>
          <p:cNvSpPr/>
          <p:nvPr/>
        </p:nvSpPr>
        <p:spPr>
          <a:xfrm>
            <a:off x="8321040" y="2240280"/>
            <a:ext cx="3108960" cy="640080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321040" y="22402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bg1"/>
                </a:solidFill>
              </a:rPr>
              <a:t>1 KB HASH</a:t>
            </a:r>
            <a:endParaRPr lang="en-US" sz="1400" dirty="0"/>
          </a:p>
        </p:txBody>
      </p:sp>
      <p:sp>
        <p:nvSpPr>
          <p:cNvPr id="9" name="Funnel"/>
          <p:cNvSpPr/>
          <p:nvPr/>
        </p:nvSpPr>
        <p:spPr>
          <a:xfrm>
            <a:off x="8686800" y="3108960"/>
            <a:ext cx="2377440" cy="640080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686800" y="31089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tx1"/>
                </a:solidFill>
              </a:rPr>
              <a:t>FULL HASH</a:t>
            </a:r>
            <a:endParaRPr lang="en-US" sz="1400" dirty="0"/>
          </a:p>
        </p:txBody>
      </p:sp>
      <p:sp>
        <p:nvSpPr>
          <p:cNvPr id="11" name="Funnel"/>
          <p:cNvSpPr/>
          <p:nvPr/>
        </p:nvSpPr>
        <p:spPr>
          <a:xfrm>
            <a:off x="9052560" y="3977640"/>
            <a:ext cx="164592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9052560" y="3977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200" dirty="0">
                <a:solidFill>
                  <a:schemeClr val="tx1"/>
                </a:solidFill>
              </a:rPr>
              <a:t>DUPLICATES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APPENDIX · REMAINING CODE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Interactive Menu &amp; Helpers — part 1 of 4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214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(1/7)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7724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format_size(num_bytes):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size = float(num_bytes)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unit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"KB"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"MB"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"GB"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"TB"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size &lt;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"{size:.2f} {unit}"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size /=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1024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"{size:.2f} PB"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print_header(text):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line 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"="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max(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len(text) +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"\n{line}\n  {text}\n{line}"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prompt_for_folders():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folders = []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folder paths one at a time. Press Enter on a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blank line when done."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 = input(f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"Folder {len(folders) + 1} (or press Enter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finish): 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).strip()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 ==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folders: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need to enter at least one folder."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000" dirty="0"/>
          </a:p>
        </p:txBody>
      </p:sp>
      <p:sp>
        <p:nvSpPr>
          <p:cNvPr id="10" name="Code panel"/>
          <p:cNvSpPr/>
          <p:nvPr/>
        </p:nvSpPr>
        <p:spPr>
          <a:xfrm>
            <a:off x="621792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1908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2025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2142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0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(2/7)</a:t>
            </a:r>
            <a:endParaRPr lang="en-US" sz="1000" dirty="0"/>
          </a:p>
        </p:txBody>
      </p:sp>
      <p:sp>
        <p:nvSpPr>
          <p:cNvPr id="15" name="Code"/>
          <p:cNvSpPr txBox="1"/>
          <p:nvPr/>
        </p:nvSpPr>
        <p:spPr>
          <a:xfrm>
            <a:off x="644652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os.path.isdir(path):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"'{path}' is not a valid folder. Try again."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folders.append(path)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folders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display_duplicates_interactive(duplicates):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print_header(f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"Found {len(duplicates)} duplicate group(s)"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file_lookup = {}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counter 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total_wasted 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group_num, paths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enumerate(duplicates.values(),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start=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file_size = os.path.getsize(paths[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wasted = file_size * (len(paths) -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total_wasted += wasted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"\nGroup {group_num} - {len(paths)} identical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files, {format_size(file_size)} each:"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tag 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&lt;- kept by default"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 == paths[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[{counter}] {path}{tag}"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file_lookup[counter] = path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counter +=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APPENDIX · REMAINING CODE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Interactive Menu &amp; Helpers — part 2 of 4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214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(3/7)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7724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"\nTotal space you could free: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{format_size(total_wasted)}"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file_lookup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handle_manual_selection(duplicates, file_lookup):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"\nEnter the numbers of the files you want to DELETE,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separated by commas."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"Example: 2,5,6"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selection = input(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"Numbers to delete: 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).strip()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selection: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files selected. Nothing deleted."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chosen = []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selection.split(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","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 = n.strip()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number = int(n)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number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chosen: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chosen.append(number)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ValueError: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"That wasn't a valid list of numbers. Nothing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deleted."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</p:txBody>
      </p:sp>
      <p:sp>
        <p:nvSpPr>
          <p:cNvPr id="10" name="Code panel"/>
          <p:cNvSpPr/>
          <p:nvPr/>
        </p:nvSpPr>
        <p:spPr>
          <a:xfrm>
            <a:off x="621792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1908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2025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2142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0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(4/7)</a:t>
            </a:r>
            <a:endParaRPr lang="en-US" sz="1000" dirty="0"/>
          </a:p>
        </p:txBody>
      </p:sp>
      <p:sp>
        <p:nvSpPr>
          <p:cNvPr id="15" name="Code"/>
          <p:cNvSpPr txBox="1"/>
          <p:nvPr/>
        </p:nvSpPr>
        <p:spPr>
          <a:xfrm>
            <a:off x="644652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paths_to_delete = []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invalid = []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chosen: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file_lookup: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paths_to_delete.append(file_lookup[n])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invalid.append(n)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invalid: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"These numbers don't exist and were ignored: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{sorted(invalid)}"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paths_to_delete: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valid files selected. Nothing deleted."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duplicates.values():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all_in_list =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paths_to_delete: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all_in_list =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all_in_list: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"Warning: this deletes ALL copies of one file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nothing will remain of it."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"\nFiles that will be deleted:"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paths_to_delete: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APPENDIX · REMAINING CODE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Interactive Menu &amp; Helpers — part 3 of 4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214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(5/7)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7724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{p}"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input(f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"\nType 'yes' to permanently delete these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{len(paths_to_delete)} file(s): 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).strip().lower() !=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"yes"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"Cancelled. No files were deleted."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freed 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paths_to_delete: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size = os.path.getsize(path)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os.remove(path)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freed += size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"Deleted: {path}"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OSError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"Could not delete {path}: {e}"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"\nFreed {format_size(freed)}."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ask_deletion_choice(duplicates, file_lookup):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print_header(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"What would you like to do?"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1) Delete ALL duplicates (keeps one copy per group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automatically)"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2) Choose specific files to delete myself"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3) Do nothing, just exit"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</p:txBody>
      </p:sp>
      <p:sp>
        <p:nvSpPr>
          <p:cNvPr id="10" name="Code panel"/>
          <p:cNvSpPr/>
          <p:nvPr/>
        </p:nvSpPr>
        <p:spPr>
          <a:xfrm>
            <a:off x="621792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641908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2025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682142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0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(6/7)</a:t>
            </a:r>
            <a:endParaRPr lang="en-US" sz="1000" dirty="0"/>
          </a:p>
        </p:txBody>
      </p:sp>
      <p:sp>
        <p:nvSpPr>
          <p:cNvPr id="15" name="Code"/>
          <p:cNvSpPr txBox="1"/>
          <p:nvPr/>
        </p:nvSpPr>
        <p:spPr>
          <a:xfrm>
            <a:off x="644652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choice = input(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"\nEnter 1, 2 or 3: 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).strip()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choice ==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"1"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confirm = input(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"This permanently deletes files.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'yes' to confirm: 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).strip().lower()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confirm ==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"yes"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delete_duplicates(duplicates, dry_run=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"Cancelled. No files were deleted."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choice ==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handle_manual_selection(duplicates, file_lookup)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choice ==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"3"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changes made. Exiting."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"Please enter 1, 2 or 3."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interactive_session():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"DUPLICATE FILE FINDER - Interactive Mode"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folders = prompt_for_folders()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"\nScanning {len(folders)} location(s)... this may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take a moment.\n"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duplicates = find_duplicates(folders)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APPENDIX · REMAINING CODE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Interactive Menu &amp; Helpers — part 4 of 4</a:t>
            </a:r>
            <a:endParaRPr lang="en-US" sz="3200" dirty="0"/>
          </a:p>
        </p:txBody>
      </p:sp>
      <p:sp>
        <p:nvSpPr>
          <p:cNvPr id="4" name="Code panel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name="adj" fmla="val 1942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118872" cy="118872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50976" y="1691640"/>
            <a:ext cx="118872" cy="11887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52144" y="1691640"/>
            <a:ext cx="118872" cy="1188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1463040" y="1618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duplicate_finder.py  (7/7)</a:t>
            </a:r>
            <a:endParaRPr lang="en-US" sz="1000" dirty="0"/>
          </a:p>
        </p:txBody>
      </p:sp>
      <p:sp>
        <p:nvSpPr>
          <p:cNvPr id="9" name="Code"/>
          <p:cNvSpPr txBox="1"/>
          <p:nvPr/>
        </p:nvSpPr>
        <p:spPr>
          <a:xfrm>
            <a:off x="777240" y="2011680"/>
            <a:ext cx="4937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duplicates: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print_header(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 duplicate files found - you're all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clear!"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file_lookup = display_duplicates_interactive(duplicates)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ask_deletion_choice(duplicates, file_lookup)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print_header(</a:t>
            </a:r>
            <a:r>
              <a:rPr lang="en-US" sz="10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"Done"</a:t>
            </a: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interactive_session()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plicate Finder">
  <a:themeElements>
    <a:clrScheme name="Duplicate Finder">
      <a:dk1>
        <a:srgbClr val="1B2A4A"/>
      </a:dk1>
      <a:lt1>
        <a:srgbClr val="FFFFFF"/>
      </a:lt1>
      <a:dk2>
        <a:srgbClr val="5B6B82"/>
      </a:dk2>
      <a:lt2>
        <a:srgbClr val="F3F7FB"/>
      </a:lt2>
      <a:accent1>
        <a:srgbClr val="0EC9BD"/>
      </a:accent1>
      <a:accent2>
        <a:srgbClr val="0A9C93"/>
      </a:accent2>
      <a:accent3>
        <a:srgbClr val="E0A458"/>
      </a:accent3>
      <a:accent4>
        <a:srgbClr val="E5534B"/>
      </a:accent4>
      <a:accent5>
        <a:srgbClr val="3E5A85"/>
      </a:accent5>
      <a:accent6>
        <a:srgbClr val="8FA3C0"/>
      </a:accent6>
      <a:hlink>
        <a:srgbClr val="0A9C93"/>
      </a:hlink>
      <a:folHlink>
        <a:srgbClr val="3E5A85"/>
      </a:folHlink>
    </a:clrScheme>
    <a:fontScheme name="Duplicate Finder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4602</Words>
  <Application>Microsoft Office PowerPoint</Application>
  <PresentationFormat>Widescreen</PresentationFormat>
  <Paragraphs>679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Duplicate Finder</vt:lpstr>
      <vt:lpstr>Duplicate File Finder</vt:lpstr>
      <vt:lpstr>What We'll Cover</vt:lpstr>
      <vt:lpstr>The Problem Statement</vt:lpstr>
      <vt:lpstr>Why Hashing?</vt:lpstr>
      <vt:lpstr>Data Structures Used</vt:lpstr>
      <vt:lpstr>Algorithm 1 — Scan &amp; Group by Size</vt:lpstr>
      <vt:lpstr>Algorithm 2 — Fingerprint with Hashes</vt:lpstr>
      <vt:lpstr>Algorithm 3 — Deleting Safely</vt:lpstr>
      <vt:lpstr>Seven Files, Three Filters</vt:lpstr>
      <vt:lpstr>How the Candidates Shrink</vt:lpstr>
      <vt:lpstr>Scanning &amp; Grouping — walk_files, group_by_size</vt:lpstr>
      <vt:lpstr>Fingerprinting — partial_hash, full_hash</vt:lpstr>
      <vt:lpstr>Putting It Together — find_duplicates()</vt:lpstr>
      <vt:lpstr>Removing Copies — delete_duplicates()</vt:lpstr>
      <vt:lpstr>How Fast Is It?</vt:lpstr>
      <vt:lpstr>Demonstration — Scan &amp; Results</vt:lpstr>
      <vt:lpstr>Demonstration — Choose &amp; Delete</vt:lpstr>
      <vt:lpstr>Strengths, Limitations &amp; What We'd Improve</vt:lpstr>
      <vt:lpstr>Thank You</vt:lpstr>
      <vt:lpstr>Interactive Menu &amp; Helpers — part 1 of 4</vt:lpstr>
      <vt:lpstr>Interactive Menu &amp; Helpers — part 2 of 4</vt:lpstr>
      <vt:lpstr>Interactive Menu &amp; Helpers — part 3 of 4</vt:lpstr>
      <vt:lpstr>Interactive Menu &amp; Helpers — part 4 of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Duplicate File Finder - DSA Lab Mini Project</dc:title>
  <dc:subject>PptxGenJS Presentation</dc:subject>
  <dc:creator>PptxGenJS</dc:creator>
  <cp:lastModifiedBy>Abhinav Gupta</cp:lastModifiedBy>
  <cp:revision>2</cp:revision>
  <dcterms:created xsi:type="dcterms:W3CDTF">2026-10-08T03:59:13Z</dcterms:created>
  <dcterms:modified xsi:type="dcterms:W3CDTF">2026-10-08T06:56:06Z</dcterms:modified>
</cp:coreProperties>
</file>